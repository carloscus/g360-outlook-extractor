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914400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91440" cy="914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084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G360 Outlook Extractor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Auditoría y extracción inteligente de correos MAPI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v1.1.0 · G360 Desktop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64008" cy="6400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220"/>
                </a:solidFill>
                <a:latin typeface="Segoe UI"/>
              </a:defRPr>
            </a:pPr>
            <a:r>
              <a:t>¿Qué 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Extrae correos con filtros: fecha, remitente, palabra clave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Descarga adjuntos organizados con renombrado inteligente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Genera archivo de contexto (.txt) con metadatos del correo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79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Soporta subcarpetas y múltiples cuentas MAPI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64008" cy="6400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220"/>
                </a:solidFill>
                <a:latin typeface="Segoe UI"/>
              </a:defRPr>
            </a:pPr>
            <a:r>
              <a:t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Adjuntos importantes dispersos en múltiples carpetas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Búsqueda manual que toma horas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Dificultad para auditar qué se recibió y cuándo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79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Falta de trazabilidad en documentos empresariales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64008" cy="6400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220"/>
                </a:solidFill>
                <a:latin typeface="Segoe UI"/>
              </a:defRPr>
            </a:pPr>
            <a:r>
              <a:t>La 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Filtrado MAPI en tiempo real — sin descargar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Extracción selectiva por extensión (Excel, PDF, Docs)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Código OC extraído automáticamente del nombre del archivo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79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Reporte de auditoría en tiempo real con tabla interactiva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64008" cy="6400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1220"/>
                </a:solidFill>
                <a:latin typeface="Segoe UI"/>
              </a:defRPr>
            </a:pPr>
            <a:r>
              <a:t>Características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Filtros: fechas, keyword, remitente, nombre de adjunto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Subcarpetas: procesamiento recursivo con un solo clic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Tema claro/oscuro: paleta G360 oficial, contraste WCAG 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79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Deduplicación: adjuntos con código OC se agrupan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45720" cy="4572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B1220"/>
                </a:solidFill>
                <a:latin typeface="Segoe UI"/>
              </a:defRPr>
            </a:pPr>
            <a:r>
              <a:t>Errores traducidos: mensajes COM legibles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Paleta G360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2468880" cy="59436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Accent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#00D084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822960"/>
            <a:ext cx="2468880" cy="59436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#0B1220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822960"/>
            <a:ext cx="246888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#1A2332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822960"/>
            <a:ext cx="2468880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Muted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#94A3B8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2468880" cy="5943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#B91C1C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828800"/>
            <a:ext cx="24688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4688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670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#F59E0B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828800"/>
            <a:ext cx="246888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4688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70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#22C55E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G360 Desktop</a:t>
            </a:r>
          </a:p>
        </p:txBody>
      </p:sp>
      <p:sp>
        <p:nvSpPr>
          <p:cNvPr id="3" name="Oval 2"/>
          <p:cNvSpPr/>
          <p:nvPr/>
        </p:nvSpPr>
        <p:spPr>
          <a:xfrm>
            <a:off x="5486400" y="731520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731520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731520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7132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084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Powered by G360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